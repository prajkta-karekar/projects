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ovid19Analysis_17454390385120/MainDashboard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F838099-F9D0-447F-BA39-8A805125CEA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Covid 19 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8701376-54C3-434C-A96C-9B37908D9C8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4/24/2025 9:54:40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 Dashboard" id="2" name="slide2">
            <a:extLst>
              <a:ext uri="{FF2B5EF4-FFF2-40B4-BE49-F238E27FC236}">
                <a16:creationId xmlns:a16="http://schemas.microsoft.com/office/drawing/2014/main" id="{19393D39-3295-4DA0-8E7F-52CA28AF0B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19" y="0"/>
            <a:ext cx="11574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ses Dashboard" id="3" name="slide3">
            <a:extLst>
              <a:ext uri="{FF2B5EF4-FFF2-40B4-BE49-F238E27FC236}">
                <a16:creationId xmlns:a16="http://schemas.microsoft.com/office/drawing/2014/main" id="{F260BFB2-99BC-4440-AF62-0CB3C0C18F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19" y="0"/>
            <a:ext cx="11574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aths Dashboard" id="4" name="slide4">
            <a:extLst>
              <a:ext uri="{FF2B5EF4-FFF2-40B4-BE49-F238E27FC236}">
                <a16:creationId xmlns:a16="http://schemas.microsoft.com/office/drawing/2014/main" id="{E315566F-9156-4144-A319-68ACED15B8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19" y="0"/>
            <a:ext cx="11574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accination Dashboard" id="5" name="slide5">
            <a:extLst>
              <a:ext uri="{FF2B5EF4-FFF2-40B4-BE49-F238E27FC236}">
                <a16:creationId xmlns:a16="http://schemas.microsoft.com/office/drawing/2014/main" id="{83AF6DB8-B262-4714-8C0C-FCD7B927FB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19" y="0"/>
            <a:ext cx="11574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sts Dashboard" id="6" name="slide6">
            <a:extLst>
              <a:ext uri="{FF2B5EF4-FFF2-40B4-BE49-F238E27FC236}">
                <a16:creationId xmlns:a16="http://schemas.microsoft.com/office/drawing/2014/main" id="{42844A41-AA88-40BC-BDC5-6AF681590E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19" y="0"/>
            <a:ext cx="11574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2025-04-24T09:54:40Z</dcterms:created>
  <dcterms:modified xsi:type="dcterms:W3CDTF">2025-04-24T09:54:40Z</dcterms:modified>
</cp:coreProperties>
</file>